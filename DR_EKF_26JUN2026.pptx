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6" r:id="rId2"/>
    <p:sldId id="323" r:id="rId3"/>
    <p:sldId id="324" r:id="rId4"/>
    <p:sldId id="333" r:id="rId5"/>
    <p:sldId id="325" r:id="rId6"/>
    <p:sldId id="326" r:id="rId7"/>
    <p:sldId id="327" r:id="rId8"/>
    <p:sldId id="329" r:id="rId9"/>
    <p:sldId id="330" r:id="rId10"/>
    <p:sldId id="332" r:id="rId11"/>
    <p:sldId id="33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37" autoAdjust="0"/>
    <p:restoredTop sz="96723" autoAdjust="0"/>
  </p:normalViewPr>
  <p:slideViewPr>
    <p:cSldViewPr snapToGrid="0">
      <p:cViewPr varScale="1">
        <p:scale>
          <a:sx n="88" d="100"/>
          <a:sy n="88" d="100"/>
        </p:scale>
        <p:origin x="96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75C81-2F39-4DDA-9E7B-399505512428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8FA83-7FC6-414D-83A3-DE3DAF37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98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2FEF-E2F5-F636-C7CB-2B1291BD1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70E67-3A07-3F6F-BA6F-CD2627BC8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99A02-E1CB-284B-A7F0-C5DBE99A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0CE-5DAA-47C6-86A0-A76B6136B46E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6A0C-2FB1-36C6-7EC6-B0F2864E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FD17A-FDC2-7675-0CEB-33904B3B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92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1EF4-9FD4-AA87-5093-43AF24E43D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446" y="601784"/>
            <a:ext cx="10822354" cy="672124"/>
          </a:xfrm>
        </p:spPr>
        <p:txBody>
          <a:bodyPr>
            <a:normAutofit/>
          </a:bodyPr>
          <a:lstStyle>
            <a:lvl1pPr>
              <a:defRPr sz="4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64815-5FBD-A48B-28F0-78FC9844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C13B-D535-462C-8217-1C1673CBFB95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70733-7ED8-3C7C-0639-5BDD4B12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EE895-8539-97BF-3CF1-78B424CB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3074" name="Picture 2" descr="Logo | Brand Guidelines | Illinois">
            <a:extLst>
              <a:ext uri="{FF2B5EF4-FFF2-40B4-BE49-F238E27FC236}">
                <a16:creationId xmlns:a16="http://schemas.microsoft.com/office/drawing/2014/main" id="{F5AABE1E-AA66-2D6E-FE24-02C8554531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745" y="6072554"/>
            <a:ext cx="604535" cy="74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DAA97C-D718-C918-68A3-E41DCC08EC23}"/>
              </a:ext>
            </a:extLst>
          </p:cNvPr>
          <p:cNvSpPr/>
          <p:nvPr userDrawn="1"/>
        </p:nvSpPr>
        <p:spPr>
          <a:xfrm>
            <a:off x="500185" y="398585"/>
            <a:ext cx="5478583" cy="203199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21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353A-5BAF-A695-FC76-2A3236459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A62FB-5673-FC1F-F40B-8237AB3AB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69106-4D56-8465-5672-6C81F05D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B407-B9EB-4735-8463-B4FD0218D97A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4BF7C-8496-F851-32A5-483B5FC1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4A940-58DA-8056-7E33-CE670770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070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641B-E6E6-94EE-7F00-97B9B611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F12C-7019-68A0-41E0-8A847241E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02DE4-D775-355F-9DBB-1ECDCB347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DBA12-6CDF-D494-746E-593CECF2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1FD2-C84F-426F-89D2-50718414679C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3AF8E-FAAD-06FD-35C5-CDAF63AA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EAC05-19CF-D6C4-38E6-6701BBBB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371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67CC-8EED-93B5-41FF-9815722A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263B7-FE61-20C8-8081-2001FB9AE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401B7-4ED9-C201-1D51-EEF8520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82214-7999-8E64-7094-FAB648FBC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91AF9-8381-43E2-61F7-44580AA26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6612B-5A36-E319-2815-0F267403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22A1-2AC4-4835-B92B-088CED8C14C1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461EC3-2053-08E4-CACC-77AC46D6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DBED7-8745-960E-658B-F9A5153D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9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9CBF-058F-9920-BEFB-D8F22302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88F58-F743-9037-C318-0C96355B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942A-E183-483D-B9D6-20F8FAE701AE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74E21-5B70-1B71-3B36-5E3878E4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29DF0-0AA8-2388-816A-432F8F1B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96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EE183-7054-378F-8BBF-C5C4D720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CD6F-6D46-43E5-8177-FDA41CCF1750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FEA5D-AF81-D8CD-9454-8B5C50D5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FC70D-2DFD-B85B-D9F1-F477767D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353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454C-E05E-4AF5-BE9D-5FB2BAC37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9E5C3-43AA-CBD2-E6A6-27EB2F3A3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ACB1F-402D-84BD-C089-2F41412F2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08FC6-113F-4D16-C51F-F9695AC0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72BB-8423-43FC-A312-7E2184B87FFF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DC5C7-6753-404A-DD09-9D770EB8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13E62-7343-5062-3287-E44D660F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13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A601-08EC-E8F2-10C6-3FBDC9CD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F594C-6601-9865-E192-4A633713B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3D2EC-FEE5-9ED0-B478-EDD2CA672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6BFB8-B7A5-2A82-9895-5A07C34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6BB-BC93-4481-91DF-0DCE5FDE1980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D3522-DCF7-376E-E10D-1DF6E36A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282C5-60CE-EAAC-6C6F-08FAF00D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88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4A48-DFBD-2865-9F86-3199DF49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81F56-343C-BA78-0CBD-00F62FBBF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8CEB8-AB79-6E87-864D-33CD6368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7A0-155C-4AB9-9A1B-F642E5369F07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6FA76-CEAC-5A36-A647-6AD05DE3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9846C-1E62-1029-5B68-72D08BE0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64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94DD96-A603-BF45-2C36-EB09780E3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44D90-4A1C-E54E-78C2-9E001852C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62D17-C110-1C96-07FE-529BBEAA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64DE-3165-4C67-9B5E-A161C5FAC55E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E9C7C-4E56-6DB3-3085-7CB8354B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63176-0204-A870-77A7-5C536C4D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78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FA51F-0F89-CD73-6215-38810B8C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16A6D-1B79-5025-9143-6524C40EF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1347-8E32-F2CC-6A3C-DB8150812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4C1AB-02F5-4C48-8C71-2DFD894BFDCA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D1297-D376-1990-6AFE-5B22131F4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B03F-697A-186F-E45C-F72A342A8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42434-C735-43A0-9B05-196D7E20F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94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F799-13D0-3103-DDE4-CA36E2C1B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8D32-47CD-BF99-225D-1B7C9AB9B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062" y="1768474"/>
            <a:ext cx="11599876" cy="20116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Wasserstein </a:t>
            </a: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istributionally </a:t>
            </a: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obust Adapt</a:t>
            </a: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 </a:t>
            </a: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</a:t>
            </a: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ering (</a:t>
            </a:r>
            <a:r>
              <a:rPr lang="en-US" altLang="ko-KR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4143D-DEBA-6851-54ED-BC2D58260D36}"/>
              </a:ext>
            </a:extLst>
          </p:cNvPr>
          <p:cNvSpPr txBox="1"/>
          <p:nvPr/>
        </p:nvSpPr>
        <p:spPr>
          <a:xfrm>
            <a:off x="3271511" y="4791920"/>
            <a:ext cx="5013698" cy="731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90000"/>
              </a:lnSpc>
              <a:spcBef>
                <a:spcPts val="1000"/>
              </a:spcBef>
            </a:pPr>
            <a:r>
              <a:rPr lang="en-US" altLang="ko-K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 JUN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05EE4D-7859-05A9-290B-73CDAB10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50" y="6356350"/>
            <a:ext cx="120325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A2242434-C735-43A0-9B05-196D7E20F36A}" type="slidenum"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</a:rPr>
              <a:pPr latinLnBrk="0">
                <a:spcAft>
                  <a:spcPts val="600"/>
                </a:spcAft>
              </a:pPr>
              <a:t>1</a:t>
            </a:fld>
            <a:endParaRPr lang="en-US" altLang="ko-KR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38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6711E5-1FB1-5AC0-1219-BCD472E0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247DE-1EC3-1E2F-BF86-6A4062C11D92}"/>
              </a:ext>
            </a:extLst>
          </p:cNvPr>
          <p:cNvSpPr txBox="1"/>
          <p:nvPr/>
        </p:nvSpPr>
        <p:spPr>
          <a:xfrm>
            <a:off x="444025" y="683472"/>
            <a:ext cx="4187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Jackal Experiments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053DEA-3DFD-890F-3191-7F34B737315E}"/>
              </a:ext>
            </a:extLst>
          </p:cNvPr>
          <p:cNvSpPr txBox="1"/>
          <p:nvPr/>
        </p:nvSpPr>
        <p:spPr>
          <a:xfrm>
            <a:off x="500743" y="1496786"/>
            <a:ext cx="72771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Available information</a:t>
            </a:r>
          </a:p>
          <a:p>
            <a:pPr algn="l"/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AutoNum type="arabi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RTK GPS (Ground Truth) – higher quality</a:t>
            </a:r>
          </a:p>
          <a:p>
            <a:pPr marL="342900" indent="-342900" algn="l">
              <a:buAutoNum type="arabi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Jackal GPS – lower quality</a:t>
            </a:r>
          </a:p>
          <a:p>
            <a:pPr marL="342900" indent="-342900" algn="l">
              <a:buAutoNum type="arabi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IMU</a:t>
            </a:r>
          </a:p>
          <a:p>
            <a:pPr marL="342900" indent="-342900" algn="l">
              <a:buAutoNum type="arabi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Wheel Odometry</a:t>
            </a:r>
          </a:p>
        </p:txBody>
      </p:sp>
    </p:spTree>
    <p:extLst>
      <p:ext uri="{BB962C8B-B14F-4D97-AF65-F5344CB8AC3E}">
        <p14:creationId xmlns:p14="http://schemas.microsoft.com/office/powerpoint/2010/main" val="200910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CB5F4-84A8-A37E-BAC4-0AE51F91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C1500-0B20-C253-E55E-BA7E9BC1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8E46F-4CAA-5BC7-02E4-B76B81FC37CD}"/>
              </a:ext>
            </a:extLst>
          </p:cNvPr>
          <p:cNvSpPr txBox="1"/>
          <p:nvPr/>
        </p:nvSpPr>
        <p:spPr>
          <a:xfrm>
            <a:off x="444025" y="683472"/>
            <a:ext cx="4187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Jackal Experiments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889358-59B9-6FA8-2A8C-FB41F3474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546" y="539750"/>
            <a:ext cx="3013969" cy="6035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3A2F44-5CFD-0834-1B8C-BB2B6C8E4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9" y="757010"/>
            <a:ext cx="5697198" cy="58184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902251-2CF7-8398-EC79-D7632AC995B6}"/>
              </a:ext>
            </a:extLst>
          </p:cNvPr>
          <p:cNvSpPr txBox="1"/>
          <p:nvPr/>
        </p:nvSpPr>
        <p:spPr>
          <a:xfrm>
            <a:off x="2161440" y="5589753"/>
            <a:ext cx="2356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6D8AB-B7D9-6885-427B-744AAE4559EB}"/>
              </a:ext>
            </a:extLst>
          </p:cNvPr>
          <p:cNvSpPr txBox="1"/>
          <p:nvPr/>
        </p:nvSpPr>
        <p:spPr>
          <a:xfrm>
            <a:off x="8077826" y="5635504"/>
            <a:ext cx="2356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 2</a:t>
            </a:r>
          </a:p>
        </p:txBody>
      </p:sp>
    </p:spTree>
    <p:extLst>
      <p:ext uri="{BB962C8B-B14F-4D97-AF65-F5344CB8AC3E}">
        <p14:creationId xmlns:p14="http://schemas.microsoft.com/office/powerpoint/2010/main" val="4206663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F868-3518-F147-1855-58EF952A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E24A8-EBFC-047B-8310-FF6BC515E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E5B38-28E0-3A2C-8E21-DEF944F6655C}"/>
              </a:ext>
            </a:extLst>
          </p:cNvPr>
          <p:cNvSpPr txBox="1"/>
          <p:nvPr/>
        </p:nvSpPr>
        <p:spPr>
          <a:xfrm>
            <a:off x="444025" y="683472"/>
            <a:ext cx="4187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Jackal Experiments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KakaoTalk_20260626_062427151">
            <a:hlinkClick r:id="" action="ppaction://media"/>
            <a:extLst>
              <a:ext uri="{FF2B5EF4-FFF2-40B4-BE49-F238E27FC236}">
                <a16:creationId xmlns:a16="http://schemas.microsoft.com/office/drawing/2014/main" id="{E0FB6EB6-46CE-D551-EF8F-8E82FC4FF2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1" y="1329803"/>
            <a:ext cx="9693728" cy="545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F3EF-7A40-0CE0-ACFE-8171325C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Jackal Experiments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93B4E6-E1A9-C3B0-E6C1-3E77108E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D9BEF-71C8-B9CD-1F1C-BABB175CC14A}"/>
              </a:ext>
            </a:extLst>
          </p:cNvPr>
          <p:cNvSpPr txBox="1"/>
          <p:nvPr/>
        </p:nvSpPr>
        <p:spPr>
          <a:xfrm>
            <a:off x="419099" y="1442357"/>
            <a:ext cx="10863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Sage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Andrew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., and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Gary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Husa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"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Adaptive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filtering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unknown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prior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statistics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." </a:t>
            </a:r>
            <a:r>
              <a:rPr lang="ko-KR" altLang="ko-KR" sz="2400" b="0" i="1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Joint</a:t>
            </a:r>
            <a:r>
              <a:rPr lang="ko-KR" altLang="ko-KR" sz="2400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1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Automatic</a:t>
            </a:r>
            <a:r>
              <a:rPr lang="ko-KR" altLang="ko-KR" sz="2400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1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ko-KR" altLang="ko-KR" sz="2400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2400" b="0" i="1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Conference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ko-KR" altLang="ko-KR" sz="24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ko-KR" altLang="ko-KR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7. 1969.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CC4280-CAB4-521E-16AB-D5E3BD278BA7}"/>
                  </a:ext>
                </a:extLst>
              </p:cNvPr>
              <p:cNvSpPr txBox="1"/>
              <p:nvPr/>
            </p:nvSpPr>
            <p:spPr>
              <a:xfrm>
                <a:off x="379047" y="2526611"/>
                <a:ext cx="1128499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Implemented classical Adaptive KF (Sage-Husa method)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Adaptively predicts the noise covariance based on innovation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CC4280-CAB4-521E-16AB-D5E3BD278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47" y="2526611"/>
                <a:ext cx="11284996" cy="954107"/>
              </a:xfrm>
              <a:prstGeom prst="rect">
                <a:avLst/>
              </a:prstGeom>
              <a:blipFill>
                <a:blip r:embed="rId2"/>
                <a:stretch>
                  <a:fillRect l="-972"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86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FB638E-F091-AFB1-C32E-A661C1D0D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28" y="1273908"/>
            <a:ext cx="8835571" cy="55479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4D757-9687-03F2-2588-6B16E27A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+ IMU (No wheel odometry)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2BC59-C211-B883-A4BD-C6239439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778451-289B-0A0B-DB3D-8C4BD9C6040A}"/>
                  </a:ext>
                </a:extLst>
              </p:cNvPr>
              <p:cNvSpPr txBox="1"/>
              <p:nvPr/>
            </p:nvSpPr>
            <p:spPr>
              <a:xfrm>
                <a:off x="2857500" y="2460171"/>
                <a:ext cx="90133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4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Adaptive module that predicts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redundant with our DR module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778451-289B-0A0B-DB3D-8C4BD9C60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0" y="2460171"/>
                <a:ext cx="9013372" cy="461665"/>
              </a:xfrm>
              <a:prstGeom prst="rect">
                <a:avLst/>
              </a:prstGeom>
              <a:blipFill>
                <a:blip r:embed="rId3"/>
                <a:stretch>
                  <a:fillRect l="-1083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17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1C6FF-D904-FF43-B4E3-069221E9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19D4-FBDC-8C1C-7F58-BB1EBEC4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44FD8-674B-7BAD-503B-B5C3F25F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24A87-66A6-B708-F8F0-55BCC6A7F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777"/>
            <a:ext cx="11865429" cy="61524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2BF565-6B18-D274-FE2C-F33EA2703647}"/>
              </a:ext>
            </a:extLst>
          </p:cNvPr>
          <p:cNvSpPr txBox="1"/>
          <p:nvPr/>
        </p:nvSpPr>
        <p:spPr>
          <a:xfrm>
            <a:off x="2525485" y="2962402"/>
            <a:ext cx="13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sensor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0C5237-6F84-2B6E-EACB-4227A13FED11}"/>
              </a:ext>
            </a:extLst>
          </p:cNvPr>
          <p:cNvCxnSpPr/>
          <p:nvPr/>
        </p:nvCxnSpPr>
        <p:spPr>
          <a:xfrm flipH="1">
            <a:off x="2797629" y="3369129"/>
            <a:ext cx="201385" cy="201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2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8979-EA29-62FC-2C07-D90550C6B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F3552D-50A2-40F4-0A71-27C1C758A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29" y="1043510"/>
            <a:ext cx="9260114" cy="58144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778399-21BF-E91C-1CDD-83720134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+ IMU + Wheel Odometry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25CF7-F161-3A80-586F-EE3710DE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A405B-2A5F-9491-56BF-0E5F84B64C13}"/>
              </a:ext>
            </a:extLst>
          </p:cNvPr>
          <p:cNvSpPr txBox="1"/>
          <p:nvPr/>
        </p:nvSpPr>
        <p:spPr>
          <a:xfrm>
            <a:off x="5981699" y="3629273"/>
            <a:ext cx="5693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Adaptive module + DR module works, </a:t>
            </a:r>
            <a:br>
              <a:rPr lang="en-US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not dramatic</a:t>
            </a:r>
          </a:p>
        </p:txBody>
      </p:sp>
    </p:spTree>
    <p:extLst>
      <p:ext uri="{BB962C8B-B14F-4D97-AF65-F5344CB8AC3E}">
        <p14:creationId xmlns:p14="http://schemas.microsoft.com/office/powerpoint/2010/main" val="332852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922B-99BA-68EF-F4A2-A66EDCFA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506B-CE54-C3E4-D9FD-EEC6593E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03" y="90155"/>
            <a:ext cx="10822354" cy="672124"/>
          </a:xfrm>
        </p:spPr>
        <p:txBody>
          <a:bodyPr/>
          <a:lstStyle/>
          <a:p>
            <a:r>
              <a:rPr lang="en-US" dirty="0"/>
              <a:t>GPS + IMU + Wheel Odometry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E03C1D-DC88-A79C-7C54-8544FD06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A9D65-6F07-75D1-C5B9-12ED8415F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4" y="651934"/>
            <a:ext cx="11751129" cy="609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2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EB8AE-1EC2-E996-130F-39F9D2BA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6C3AD-8958-EB25-C26E-F246C5CD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Outage Scenarios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C0BDC9-AFD9-405F-1CAD-DB47D905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11852-9D79-8AC6-DC42-D0A0CFF40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45" y="1360994"/>
            <a:ext cx="10267184" cy="525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8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6292-43C0-091E-F2B8-ABA1162C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96C4-465A-EE43-1CEB-19657282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Outage Scenarios – 10 seconds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691AE1-6D15-FDC9-FE59-555A8CB8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42434-C735-43A0-9B05-196D7E20F36A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8BAC5-5F5D-79E0-324B-ED570EAC6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5" y="1148443"/>
            <a:ext cx="11203318" cy="5687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E9510E-6796-ED9F-99C1-05152D24425F}"/>
              </a:ext>
            </a:extLst>
          </p:cNvPr>
          <p:cNvSpPr txBox="1"/>
          <p:nvPr/>
        </p:nvSpPr>
        <p:spPr>
          <a:xfrm>
            <a:off x="3891643" y="3697955"/>
            <a:ext cx="2492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Odometry helps GPS outage scenarios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4AB56-E29C-FF2B-CAFF-039C6DB02E3D}"/>
              </a:ext>
            </a:extLst>
          </p:cNvPr>
          <p:cNvSpPr txBox="1"/>
          <p:nvPr/>
        </p:nvSpPr>
        <p:spPr>
          <a:xfrm>
            <a:off x="8931729" y="4021121"/>
            <a:ext cx="2792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Odometry helps GPS outage scenarios</a:t>
            </a:r>
          </a:p>
        </p:txBody>
      </p:sp>
    </p:spTree>
    <p:extLst>
      <p:ext uri="{BB962C8B-B14F-4D97-AF65-F5344CB8AC3E}">
        <p14:creationId xmlns:p14="http://schemas.microsoft.com/office/powerpoint/2010/main" val="2868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5F05"/>
        </a:solidFill>
        <a:ln>
          <a:noFill/>
        </a:ln>
      </a:spPr>
      <a:bodyPr rtlCol="0" anchor="ctr"/>
      <a:lstStyle>
        <a:defPPr algn="ctr">
          <a:defRPr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8828</TotalTime>
  <Words>167</Words>
  <Application>Microsoft Office PowerPoint</Application>
  <PresentationFormat>Widescreen</PresentationFormat>
  <Paragraphs>38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Cambria Math</vt:lpstr>
      <vt:lpstr>Office Theme</vt:lpstr>
      <vt:lpstr>Wasserstein Distributionally Robust Adaptive Filtering (DRiFt)</vt:lpstr>
      <vt:lpstr>PowerPoint Presentation</vt:lpstr>
      <vt:lpstr>PowerPoint Presentation</vt:lpstr>
      <vt:lpstr>PowerPoint Presentation</vt:lpstr>
      <vt:lpstr>Jackal Experiments</vt:lpstr>
      <vt:lpstr>GPS + IMU (No wheel odometry)</vt:lpstr>
      <vt:lpstr>PowerPoint Presentation</vt:lpstr>
      <vt:lpstr>GPS + IMU + Wheel Odometry</vt:lpstr>
      <vt:lpstr>GPS + IMU + Wheel Odometry</vt:lpstr>
      <vt:lpstr>GPS Outage Scenarios</vt:lpstr>
      <vt:lpstr>GPS Outage Scenarios – 10 seconds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Jang minhyuk</dc:creator>
  <cp:lastModifiedBy>Jang minhyuk</cp:lastModifiedBy>
  <cp:revision>972</cp:revision>
  <dcterms:created xsi:type="dcterms:W3CDTF">2025-12-31T21:41:24Z</dcterms:created>
  <dcterms:modified xsi:type="dcterms:W3CDTF">2026-06-26T05:11:58Z</dcterms:modified>
</cp:coreProperties>
</file>